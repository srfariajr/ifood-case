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1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 de Ganho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no grupo de Médio Engajamento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19456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A1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R$ 60.792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 Realista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(60% de conversão)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201168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0" y="219456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A1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R$ 195.590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754880" y="301752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 Cenário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(79,8% de conversão)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Comportamental | Case Técnico iFood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e Base de Dados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5F5F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1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76.277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Registros de Ofertas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46120" y="100584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5F5F5"/>
          </a:solidFill>
          <a:ln/>
        </p:spPr>
      </p:sp>
      <p:sp>
        <p:nvSpPr>
          <p:cNvPr id="7" name="Text 5"/>
          <p:cNvSpPr/>
          <p:nvPr/>
        </p:nvSpPr>
        <p:spPr>
          <a:xfrm>
            <a:off x="3246120" y="1097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1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47,19%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4612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Conversão Geral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35040" y="100584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5F5F5"/>
          </a:solidFill>
          <a:ln/>
        </p:spPr>
      </p:sp>
      <p:sp>
        <p:nvSpPr>
          <p:cNvPr id="10" name="Text 8"/>
          <p:cNvSpPr/>
          <p:nvPr/>
        </p:nvSpPr>
        <p:spPr>
          <a:xfrm>
            <a:off x="6035040" y="1097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1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Clusters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03504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Engajamento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Conversão por Tipo de Oferta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26080"/>
          <a:ext cx="8229600" cy="1371600"/>
        </p:xfrm>
        <a:graphic>
          <a:graphicData uri="http://schemas.openxmlformats.org/drawingml/2006/table">
            <a:tbl>
              <a:tblPr/>
              <a:tblGrid>
                <a:gridCol w="3200400"/>
                <a:gridCol w="2514600"/>
                <a:gridCol w="2514600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de Oferta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1D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Ofertas Recebidas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1D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Conversão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1D2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Discount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30.543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62,45%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BOGO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30.499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55,48%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Informational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15.235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Descobrimos na Análise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1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Variáveis Comportamentais vs Demográficas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1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Variáveis Demográficas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 importância no modelo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(idade, gênero e limite de crédito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ficaram entre as últimas posições)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0" y="14630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Variáveis Comportamentais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46320" y="182880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 importância no modelo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(discount_value, offer_frequency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total_offers_completed lideram)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Variáveis mais Importantes (Random Forest)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29000"/>
          <a:ext cx="8229600" cy="118872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  <a:gridCol w="2743200"/>
              </a:tblGrid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Posição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1D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Variável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1D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Importância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1D2C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1º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discount_value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2º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offer_frequency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3º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total_offers_completed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Segmentação por Nível de Engajamento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13716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  <a:gridCol w="1645920"/>
                <a:gridCol w="1463040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1D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1D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Ofertas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1D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Conversão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1D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Ticket Médio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1D2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 Engajamento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6.307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30.686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R$ 19,97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 Engajamento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6.467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27.414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R$ 12,29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/ Sem Engajamento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4.220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18.177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R$ 3,75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Cenários de Melhoria – Grupo Médio Engajamento</a:t>
            </a:r>
            <a:endParaRPr lang="en-US" sz="16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80360"/>
          <a:ext cx="8229600" cy="1371600"/>
        </p:xfrm>
        <a:graphic>
          <a:graphicData uri="http://schemas.openxmlformats.org/drawingml/2006/table">
            <a:tbl>
              <a:tblPr/>
              <a:tblGrid>
                <a:gridCol w="3200400"/>
                <a:gridCol w="2514600"/>
                <a:gridCol w="2514600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Cenário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1D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Conversão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1D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Ganho Adicional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1D2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Meio-Termo (Realista)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R$ 60.792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Melhor dos Mundos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R$ 195.590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Recomendações Estratégicas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" cy="411480"/>
          </a:xfrm>
          <a:prstGeom prst="ellipse">
            <a:avLst/>
          </a:prstGeom>
          <a:solidFill>
            <a:srgbClr val="EA1D2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5156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10058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Realizar teste A/B no grupo de Médio Engajamento aumentando o valor médio de desconto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411480" cy="411480"/>
          </a:xfrm>
          <a:prstGeom prst="ellipse">
            <a:avLst/>
          </a:prstGeom>
          <a:solidFill>
            <a:srgbClr val="EA1D2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73736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691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Priorizar o grupo de Médio Engajamento — maior potencial de ganho incremental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EA1D2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42316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23774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Monitorar impacto no ticket médio ao aumentar descontos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411480" cy="411480"/>
          </a:xfrm>
          <a:prstGeom prst="ellipse">
            <a:avLst/>
          </a:prstGeom>
          <a:solidFill>
            <a:srgbClr val="EA1D2C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310896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30632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Reduzir volume de ofertas para o grupo de Baixo Engajamento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1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Passo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Implementar teste controlado de aumento de desconto no segmento de Médio Engajamento e medir impacto em conversão e ticket médio.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Otimização de Ofertas por Engajamento</dc:title>
  <dc:subject>PptxGenJS Presentation</dc:subject>
  <dc:creator>Case iFood - Data Science</dc:creator>
  <cp:lastModifiedBy>Case iFood - Data Science</cp:lastModifiedBy>
  <cp:revision>1</cp:revision>
  <dcterms:created xsi:type="dcterms:W3CDTF">2026-06-24T12:49:42Z</dcterms:created>
  <dcterms:modified xsi:type="dcterms:W3CDTF">2026-06-24T12:49:42Z</dcterms:modified>
</cp:coreProperties>
</file>