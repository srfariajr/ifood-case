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GANHOS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Engajamento Comportamental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otimizar ofertas com base no histórico de engajamento dos clientes,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podemos gerar até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1D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+44,4%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uplift em conversões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35.997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Conversões Atuais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51.985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4343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Conversões Projetadas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657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+15.988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4343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Incremental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FOCAR EM ENGAJAMENTO?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Demográficos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Idade: Baixa importância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Gênero: Baixa importância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Limite de Crédito: Baixa importância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Pouco poder preditivo no modelo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0FFF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Comportamentais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Total de Ofertas Completadas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Frequência de Ofertas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Valor do Desconto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Recompensa Média / Total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 COMPORTAMENTAL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6F6D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Engajamento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30.686 ofertas  |  Taxa de Conversão: 79,8%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EFC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Engajamento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27.414 ofertas  |  Taxa de Conversão: 42,0%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ED7D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/ Sem Engajamento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18.177 ofertas  |  Taxa de Conversão: 0,0%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 Clientes que já completaram 3+ ofertas têm quase o dobro da taxa de conversão dos demais.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DE GANHOS POR SEGMENTO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Conversões Atuais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Engajamento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24.494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25.163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+2,7%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Engajamento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18.642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+7.139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+62,1%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/ Sem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8.180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+8.180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35.997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51.985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+15.988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+44,4%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gerar quase 16 mil conversões adicionais otimizando por engajamento.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1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ESTRATÉGICAS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Priorizar Alto Engajamento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frequência e valor das ofertas para clientes com 3+ conversões anteriores.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Otimizar para Médio Engajamento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grupo tem maior potencial de uplift (+62%). Testar descontos mais agressivos.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Revisar Estratégia para Baixo Engajamento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novas estruturas de oferta ou reduzir volume até encontrar o que funciona.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Implementar Scoring por Engajamento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modelo Random Forest (AUC 0.9765) para priorizar ofertas por propensão.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Projeção de Ganhos - Foco em Engajamento</dc:title>
  <dc:subject>PptxGenJS Presentation</dc:subject>
  <dc:creator>Data Science - iFood Case</dc:creator>
  <cp:lastModifiedBy>Data Science - iFood Case</cp:lastModifiedBy>
  <cp:revision>1</cp:revision>
  <dcterms:created xsi:type="dcterms:W3CDTF">2026-06-23T18:51:19Z</dcterms:created>
  <dcterms:modified xsi:type="dcterms:W3CDTF">2026-06-23T18:51:19Z</dcterms:modified>
</cp:coreProperties>
</file>